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>
                <a:latin typeface="Algerian" panose="04020705040A02060702" charset="0"/>
                <a:cs typeface="Algerian" panose="04020705040A02060702" charset="0"/>
              </a:rPr>
              <a:t>Customer Sales Analysis &amp; Business Insights</a:t>
            </a:r>
            <a:endParaRPr lang="en-US" altLang="en-US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0643"/>
            <a:ext cx="9144000" cy="1655762"/>
          </a:xfrm>
        </p:spPr>
        <p:txBody>
          <a:bodyPr/>
          <a:p>
            <a:r>
              <a:rPr lang="en-US" altLang="en-US" b="1" i="1"/>
              <a:t>Data Storytelling and Statistical Validation</a:t>
            </a:r>
            <a:endParaRPr lang="en-US" altLang="en-US" b="1" i="1"/>
          </a:p>
          <a:p>
            <a:endParaRPr lang="en-US" altLang="en-US" b="1" i="1"/>
          </a:p>
          <a:p>
            <a:r>
              <a:rPr lang="en-US" altLang="en-US" b="1" i="1"/>
              <a:t>Presented by:</a:t>
            </a:r>
            <a:endParaRPr lang="en-US" altLang="en-US" b="1" i="1"/>
          </a:p>
          <a:p>
            <a:r>
              <a:rPr lang="en-US" altLang="en-US" b="1" i="1"/>
              <a:t>Arshiya Ruksar</a:t>
            </a:r>
            <a:endParaRPr lang="en-US" altLang="en-US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Objective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6415"/>
            <a:ext cx="10972800" cy="4525963"/>
          </a:xfrm>
        </p:spPr>
        <p:txBody>
          <a:bodyPr/>
          <a:p>
            <a:r>
              <a:rPr lang="en-US" altLang="en-US"/>
              <a:t>To analyze customer sales data and understand purchasing behavior</a:t>
            </a:r>
            <a:endParaRPr lang="en-US" altLang="en-US"/>
          </a:p>
          <a:p>
            <a:r>
              <a:rPr lang="en-US" altLang="en-US"/>
              <a:t>To identify key factors influencing revenue generation</a:t>
            </a:r>
            <a:endParaRPr lang="en-US" altLang="en-US"/>
          </a:p>
          <a:p>
            <a:r>
              <a:rPr lang="en-US" altLang="en-US"/>
              <a:t>To derive actionable insights for business improvement</a:t>
            </a:r>
            <a:endParaRPr lang="en-US" altLang="en-US"/>
          </a:p>
          <a:p>
            <a:r>
              <a:rPr lang="en-US" altLang="en-US"/>
              <a:t>To support data-driven decision-making using analytics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Dataset Overview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dataset contains customer demographic and transaction details</a:t>
            </a:r>
            <a:endParaRPr lang="en-US" altLang="en-US"/>
          </a:p>
          <a:p>
            <a:r>
              <a:rPr lang="en-US" altLang="en-US"/>
              <a:t>Key attributes include customer ID, age, gender, city, and purchase amount</a:t>
            </a:r>
            <a:endParaRPr lang="en-US" altLang="en-US"/>
          </a:p>
          <a:p>
            <a:r>
              <a:rPr lang="en-US" altLang="en-US"/>
              <a:t>Data was cleaned and preprocessed in earlier stages</a:t>
            </a:r>
            <a:endParaRPr lang="en-US" altLang="en-US"/>
          </a:p>
          <a:p>
            <a:r>
              <a:rPr lang="en-US" altLang="en-US"/>
              <a:t>The dataset is suitable for analyzing customer behavior and revenue trends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Problem Statement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Businesses often struggle to identify which customers contribute most to revenue</a:t>
            </a:r>
            <a:endParaRPr lang="en-US" altLang="en-US"/>
          </a:p>
          <a:p>
            <a:r>
              <a:rPr lang="en-US" altLang="en-US"/>
              <a:t>Understanding customer segments is essential for targeted strategies</a:t>
            </a:r>
            <a:endParaRPr lang="en-US" altLang="en-US"/>
          </a:p>
          <a:p>
            <a:r>
              <a:rPr lang="en-US" altLang="en-US"/>
              <a:t>The main question addressed in this analysis:</a:t>
            </a:r>
            <a:endParaRPr lang="en-US" altLang="en-US"/>
          </a:p>
          <a:p>
            <a:r>
              <a:rPr lang="zh-CN" altLang="en-US"/>
              <a:t>👉</a:t>
            </a:r>
            <a:r>
              <a:rPr lang="en-US" altLang="en-US"/>
              <a:t> How can we identify high-value customers and improve overall revenue?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Key Performance Indicators (KPIs)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Total Revenue – Measures overall business performance</a:t>
            </a:r>
            <a:endParaRPr lang="en-US" altLang="en-US"/>
          </a:p>
          <a:p>
            <a:r>
              <a:rPr lang="en-US" altLang="en-US"/>
              <a:t>Total Customers – Indicates customer base size</a:t>
            </a:r>
            <a:endParaRPr lang="en-US" altLang="en-US"/>
          </a:p>
          <a:p>
            <a:r>
              <a:rPr lang="en-US" altLang="en-US"/>
              <a:t>Average Purchase Value – Shows average spending per customer</a:t>
            </a:r>
            <a:endParaRPr lang="en-US" altLang="en-US"/>
          </a:p>
          <a:p>
            <a:r>
              <a:rPr lang="en-US" altLang="en-US"/>
              <a:t>Revenue by City – Identifies top-performing locations</a:t>
            </a:r>
            <a:endParaRPr lang="en-US" altLang="en-US"/>
          </a:p>
          <a:p>
            <a:r>
              <a:rPr lang="en-US" altLang="en-US"/>
              <a:t>Monthly Revenue Trend – Tracks business growth over time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Exploratory Insights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80540"/>
            <a:ext cx="10972800" cy="4525963"/>
          </a:xfrm>
        </p:spPr>
        <p:txBody>
          <a:bodyPr/>
          <a:p>
            <a:r>
              <a:rPr lang="en-US" altLang="en-US"/>
              <a:t>Revenue distribution is not uniform across all customers</a:t>
            </a:r>
            <a:endParaRPr lang="en-US" altLang="en-US"/>
          </a:p>
          <a:p>
            <a:r>
              <a:rPr lang="en-US" altLang="en-US"/>
              <a:t>Certain cities contribute significantly higher revenue</a:t>
            </a:r>
            <a:endParaRPr lang="en-US" altLang="en-US"/>
          </a:p>
          <a:p>
            <a:r>
              <a:rPr lang="en-US" altLang="en-US"/>
              <a:t>Purchase amounts vary widely among customers</a:t>
            </a:r>
            <a:endParaRPr lang="en-US" altLang="en-US"/>
          </a:p>
          <a:p>
            <a:r>
              <a:rPr lang="en-US" altLang="en-US"/>
              <a:t>Customer behavior shows clear variation in spending patterns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Customer Segmentation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Customers were grouped into three categories based on spending:</a:t>
            </a:r>
            <a:endParaRPr lang="en-US" altLang="en-US"/>
          </a:p>
          <a:p>
            <a:r>
              <a:rPr lang="en-US" altLang="en-US"/>
              <a:t>Low Spending Customers</a:t>
            </a:r>
            <a:endParaRPr lang="en-US" altLang="en-US"/>
          </a:p>
          <a:p>
            <a:r>
              <a:rPr lang="en-US" altLang="en-US"/>
              <a:t>Medium Spending Customers</a:t>
            </a:r>
            <a:endParaRPr lang="en-US" altLang="en-US"/>
          </a:p>
          <a:p>
            <a:r>
              <a:rPr lang="en-US" altLang="en-US"/>
              <a:t>High Spending Customers</a:t>
            </a:r>
            <a:endParaRPr lang="en-US" altLang="en-US"/>
          </a:p>
          <a:p>
            <a:r>
              <a:rPr lang="en-US" altLang="en-US"/>
              <a:t>Key Observation:</a:t>
            </a:r>
            <a:endParaRPr lang="en-US" altLang="en-US"/>
          </a:p>
          <a:p>
            <a:r>
              <a:rPr lang="zh-CN" altLang="en-US"/>
              <a:t>👉</a:t>
            </a:r>
            <a:r>
              <a:rPr lang="en-US" altLang="en-US"/>
              <a:t> High spending customers contribute a major portion of total revenue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 Dashboard Overview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An interactive dashboard was developed using Power BI</a:t>
            </a:r>
            <a:endParaRPr lang="en-US" altLang="en-US"/>
          </a:p>
          <a:p>
            <a:r>
              <a:rPr lang="en-US" altLang="en-US"/>
              <a:t>The dashboard includes:</a:t>
            </a:r>
            <a:endParaRPr lang="en-US" altLang="en-US"/>
          </a:p>
          <a:p>
            <a:r>
              <a:rPr lang="en-US" altLang="en-US"/>
              <a:t>KPI summary cards</a:t>
            </a:r>
            <a:endParaRPr lang="en-US" altLang="en-US"/>
          </a:p>
          <a:p>
            <a:r>
              <a:rPr lang="en-US" altLang="en-US"/>
              <a:t>Revenue by city</a:t>
            </a:r>
            <a:endParaRPr lang="en-US" altLang="en-US"/>
          </a:p>
          <a:p>
            <a:r>
              <a:rPr lang="en-US" altLang="en-US"/>
              <a:t>Monthly revenue trends</a:t>
            </a:r>
            <a:endParaRPr lang="en-US" altLang="en-US"/>
          </a:p>
          <a:p>
            <a:r>
              <a:rPr lang="en-US" altLang="en-US"/>
              <a:t>Customer segmentation</a:t>
            </a:r>
            <a:endParaRPr lang="en-US" altLang="en-US"/>
          </a:p>
          <a:p>
            <a:r>
              <a:rPr lang="en-US" altLang="en-US"/>
              <a:t>Filters for dynamic analysis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Conclusion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Data analysis revealed clear patterns in customer spending</a:t>
            </a:r>
            <a:endParaRPr lang="en-US" altLang="en-US"/>
          </a:p>
          <a:p>
            <a:r>
              <a:rPr lang="en-US" altLang="en-US"/>
              <a:t>Statistical testing confirmed key findings</a:t>
            </a:r>
            <a:endParaRPr lang="en-US" altLang="en-US"/>
          </a:p>
          <a:p>
            <a:r>
              <a:rPr lang="en-US" altLang="en-US"/>
              <a:t>Insights can help improve business strategies and revenue growth</a:t>
            </a:r>
            <a:endParaRPr lang="en-US" altLang="en-US"/>
          </a:p>
          <a:p>
            <a:r>
              <a:rPr lang="zh-CN" altLang="en-US"/>
              <a:t>👉</a:t>
            </a:r>
            <a:r>
              <a:rPr lang="en-US" altLang="en-US"/>
              <a:t> Data-driven decisions lead to better business outcomes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85403"/>
            <a:ext cx="10972800" cy="1143000"/>
          </a:xfrm>
        </p:spPr>
        <p:txBody>
          <a:bodyPr/>
          <a:p>
            <a:r>
              <a:rPr lang="en-US" u="sng">
                <a:latin typeface="Arial Black" panose="020B0A04020102020204" charset="0"/>
                <a:cs typeface="Arial Black" panose="020B0A04020102020204" charset="0"/>
              </a:rPr>
              <a:t>THANK YOU</a:t>
            </a:r>
            <a:endParaRPr lang="en-US" u="sng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2125</Words>
  <Application>WPS Presentation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Agency FB</vt:lpstr>
      <vt:lpstr>Bahnschrift</vt:lpstr>
      <vt:lpstr>Algerian</vt:lpstr>
      <vt:lpstr>Arial Black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ThisPc</dc:creator>
  <cp:lastModifiedBy>Maddi Yashaswini</cp:lastModifiedBy>
  <cp:revision>3</cp:revision>
  <dcterms:created xsi:type="dcterms:W3CDTF">2025-07-23T00:59:00Z</dcterms:created>
  <dcterms:modified xsi:type="dcterms:W3CDTF">2026-04-01T14:47:38Z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B23013B7767344B49D8398D2D4FB9724_11</vt:lpwstr>
  </property>
  <property fmtid="{D5CDD505-2E9C-101B-9397-08002B2CF9AE}" pid="3" name="KSOProductBuildVer">
    <vt:lpwstr>1033-12.2.0.23196</vt:lpwstr>
  </property>
</Properties>
</file>